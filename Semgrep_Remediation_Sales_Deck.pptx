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AI‑Driven Semgrep Security Remediation Platform</a:t>
            </a:r>
          </a:p>
          <a:p>
            <a:pPr algn="ctr">
              <a:defRPr sz="2200">
                <a:solidFill>
                  <a:srgbClr val="C8C8C8"/>
                </a:solidFill>
              </a:defRPr>
            </a:pPr>
            <a:r>
              <a:t>Automated Detection • Intelligent Fixing • Verified Secure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Enterprise Security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Thousands of vulnerabilities detected by SAST tools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Manual remediation consumes developer time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Security teams overloaded with alerts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Slow remediation delays product releases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Compliance and audit requirements increasing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AI remediation agent automatically fixes vulnerabilities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Semgrep detects security issues in code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Knowledge base provides trusted fix patterns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Automatic code transformation applied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Verification through build and test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Zero‑Defect Security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Detect – Semgrep scan identifies vulnerabilities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Match – Knowledge base identifies secure fix patterns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Fix – AI engine applies code transformation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Verify – Build and automated security tests executed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Report – Compliance and remediation audit report 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Example: Path Traversal Vulnerability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7878"/>
                </a:solidFill>
              </a:defRPr>
            </a:pPr>
            <a:r>
              <a:t>Vulnerable Code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public File readFile(String fileName) {</a:t>
            </a:r>
            <a:br/>
            <a:r>
              <a:t> return new File(baseDir + "/" + fileName);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55448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78FFA0"/>
                </a:solidFill>
              </a:defRPr>
            </a:pPr>
            <a:r>
              <a:t>Secure Fix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Path basePath = Paths.get(baseDir).normalize();</a:t>
            </a:r>
            <a:br/>
            <a:r>
              <a:t>Path filePath = basePath.resolve(fileName).normalize();</a:t>
            </a:r>
            <a:br/>
            <a:r>
              <a:t>if(!filePath.startsWith(basePath)){</a:t>
            </a:r>
            <a:br/>
            <a:r>
              <a:t> throw new SecurityException("Path traversal attempt");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Example: SQL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7878"/>
                </a:solidFill>
              </a:defRPr>
            </a:pPr>
            <a:r>
              <a:t>Vulnerable Code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String query = "SELECT * FROM users WHERE id=" + userId;</a:t>
            </a:r>
            <a:br/>
            <a:r>
              <a:t>Statement stmt = connection.createStatement();</a:t>
            </a:r>
            <a:br/>
            <a:r>
              <a:t>ResultSet rs = stmt.executeQuery(query);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55448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78FFA0"/>
                </a:solidFill>
              </a:defRPr>
            </a:pPr>
            <a:r>
              <a:t>Secure Fix</a:t>
            </a:r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String query = "SELECT * FROM users WHERE id=?";</a:t>
            </a:r>
            <a:br/>
            <a:r>
              <a:t>PreparedStatement stmt = connection.prepareStatement(query);</a:t>
            </a:r>
            <a:br/>
            <a:r>
              <a:t>stmt.setString(1, userId);</a:t>
            </a:r>
            <a:br/>
            <a:r>
              <a:t>ResultSet rs = stmt.executeQuery();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Reduce vulnerability remediation time by up to 80%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Improve developer productivity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Reduce enterprise security risk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Enable DevSecOps automation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Provide audit‑ready compliance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Support multiple languages (Java, Python, Node.js)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Integration with Snyk, CodeQL, Checkmarx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Automated pull‑request security fixes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Continuous security monitoring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Self‑healing application security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